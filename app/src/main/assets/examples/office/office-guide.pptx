
<file path=[Content_Types].xml><?xml version="1.0" encoding="utf-8"?>
<ns0:Types xmlns:ns0="http://schemas.openxmlformats.org/package/2006/content-types">
  <ns0:Default Extension="fntdata" ContentType="application/x-fontdata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presProps.xml" ContentType="application/vnd.openxmlformats-officedocument.presentationml.presProp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notesMasters/notesMaster1.xml" ContentType="application/vnd.openxmlformats-officedocument.presentationml.notes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notesSlides/notesSlide1.xml" ContentType="application/vnd.openxmlformats-officedocument.presentationml.notesSlide+xml"/>
  <ns0:Override PartName="/ppt/notesSlides/notesSlide2.xml" ContentType="application/vnd.openxmlformats-officedocument.presentationml.notesSlide+xml"/>
  <ns0:Override PartName="/ppt/notesSlides/notesSlide3.xml" ContentType="application/vnd.openxmlformats-officedocument.presentationml.notesSlide+xml"/>
  <ns0:Override PartName="/ppt/notesSlides/notesSlide4.xml" ContentType="application/vnd.openxmlformats-officedocument.presentationml.notesSlide+xml"/>
  <ns0:Override PartName="/ppt/notesSlides/notesSlide5.xml" ContentType="application/vnd.openxmlformats-officedocument.presentationml.notesSlide+xml"/>
</ns0: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5B6DA8E-C542-4CF2-BDCE-1139CD8CD3C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"/>
          <p:cNvSpPr txBox="1"/>
          <p:nvPr/>
        </p:nvSpPr>
        <p:spPr>
          <a:xfrm>
            <a:off x="360000" y="360000"/>
            <a:ext cx="7200000" cy="180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Speaker note 1: Five pages. Two ways to read.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"/>
          <p:cNvSpPr txBox="1"/>
          <p:nvPr/>
        </p:nvSpPr>
        <p:spPr>
          <a:xfrm>
            <a:off x="360000" y="360000"/>
            <a:ext cx="7200000" cy="180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Speaker note 2: Normal view scrolls from top to bottom.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 txBox="1"/>
          <p:nvPr/>
        </p:nvSpPr>
        <p:spPr>
          <a:xfrm>
            <a:off x="360000" y="360000"/>
            <a:ext cx="7200000" cy="180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Speaker note 3: Present view snaps to a single page.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"/>
          <p:cNvSpPr txBox="1"/>
          <p:nvPr/>
        </p:nvSpPr>
        <p:spPr>
          <a:xfrm>
            <a:off x="360000" y="360000"/>
            <a:ext cx="7200000" cy="180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Speaker note 4: Notes and comments stay beside the document.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"/>
          <p:cNvSpPr txBox="1"/>
          <p:nvPr/>
        </p:nvSpPr>
        <p:spPr>
          <a:xfrm>
            <a:off x="360000" y="360000"/>
            <a:ext cx="7200000" cy="180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Speaker note 5: Return to any page and carry on reading.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 txBox="1"/>
          <p:nvPr/>
        </p:nvSpPr>
        <p:spPr>
          <a:xfrm>
            <a:off x="540000" y="720000"/>
            <a:ext cx="8640000" cy="108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2800" b="1" u="none" strike="noStrike">
                <a:solidFill>
                  <a:srgbClr val="235D75"/>
                </a:solidFill>
                <a:effectLst/>
                <a:uFillTx/>
                <a:latin typeface="Arial"/>
              </a:rPr>
              <a:t>AllDoc field guide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540000" y="2160000"/>
            <a:ext cx="8640000" cy="180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Five pages. Two ways to read.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AllDoc / 1 of 5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 txBox="1"/>
          <p:nvPr/>
        </p:nvSpPr>
        <p:spPr>
          <a:xfrm>
            <a:off x="540000" y="720000"/>
            <a:ext cx="8640000" cy="108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2800" b="1" u="none" strike="noStrike">
                <a:solidFill>
                  <a:srgbClr val="235D75"/>
                </a:solidFill>
                <a:effectLst/>
                <a:uFillTx/>
                <a:latin typeface="Arial"/>
              </a:rPr>
              <a:t>Read without interruption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540000" y="2160000"/>
            <a:ext cx="8640000" cy="180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Normal view scrolls from top to bottom.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AllDoc / 2 of 5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 txBox="1"/>
          <p:nvPr/>
        </p:nvSpPr>
        <p:spPr>
          <a:xfrm>
            <a:off x="540000" y="720000"/>
            <a:ext cx="8640000" cy="108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2800" b="1" u="none" strike="noStrike">
                <a:solidFill>
                  <a:srgbClr val="235D75"/>
                </a:solidFill>
                <a:effectLst/>
                <a:uFillTx/>
                <a:latin typeface="Arial"/>
              </a:rPr>
              <a:t>One page at a time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540000" y="2160000"/>
            <a:ext cx="8640000" cy="180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Present view snaps to a single page.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AllDoc / 3 of 5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 txBox="1"/>
          <p:nvPr/>
        </p:nvSpPr>
        <p:spPr>
          <a:xfrm>
            <a:off x="540000" y="720000"/>
            <a:ext cx="8640000" cy="108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2800" b="1" u="none" strike="noStrike">
                <a:solidFill>
                  <a:srgbClr val="235D75"/>
                </a:solidFill>
                <a:effectLst/>
                <a:uFillTx/>
                <a:latin typeface="Arial"/>
              </a:rPr>
              <a:t>Keep the useful details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540000" y="2160000"/>
            <a:ext cx="8640000" cy="180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Notes and comments stay beside the document.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AllDoc / 4 of 5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"/>
          <p:cNvSpPr txBox="1"/>
          <p:nvPr/>
        </p:nvSpPr>
        <p:spPr>
          <a:xfrm>
            <a:off x="540000" y="720000"/>
            <a:ext cx="8640000" cy="108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2800" b="1" u="none" strike="noStrike">
                <a:solidFill>
                  <a:srgbClr val="235D75"/>
                </a:solidFill>
                <a:effectLst/>
                <a:uFillTx/>
                <a:latin typeface="Arial"/>
              </a:rPr>
              <a:t>Make room for questions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540000" y="2160000"/>
            <a:ext cx="8640000" cy="180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Return to any page and carry on reading.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AllDoc / 5 of 5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LibreOffice/26.8.1.1$Linux_X86_64 LibreOffice_project/680$Build-1</Application>
  <AppVersion>15.0000</AppVersion>
</Properties>
</file>

<file path=docProps/core.xml><?xml version="1.0" encoding="utf-8"?>
<ns0:coreProperties xmlns:dc="http://purl.org/dc/elements/1.1/" xmlns:ns0="http://schemas.openxmlformats.org/package/2006/metadata/core-properties">
  <dc:creator>AllDoc</dc:creator>
  <dc:description/>
  <dc:language>en-US</dc:language>
  <ns0:lastModifiedBy>AllDoc</ns0:lastModifiedBy>
  <ns0:revision>0</ns0:revision>
  <dc:subject/>
  <dc:title/>
</ns0:coreProperties>
</file>