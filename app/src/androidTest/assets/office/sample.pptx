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AllDoc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Editable content, static reading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Editable content, static reading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