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Relationships xmlns="http://schemas.openxmlformats.org/package/2006/relationships"><Relationship Id="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1"/>
    <p:sldId id="257" r:id="slide2"/>
    <p:sldId id="258" r:id="slide3"/>
    <p:sldId id="259" r:id="slide4"/>
    <p:sldId id="260" r:id="slide5"/>
    <p:sldId id="261" r:id="slide6"/>
  </p:sldIdLst>
  <p:sldSz cx="12192000" cy="6858000"/>
</p:presentation>
</file>

<file path=ppt/_rels/presentation.xml.rels><Relationships xmlns="http://schemas.openxmlformats.org/package/2006/relationships"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Relationship Id="slide4" Type="http://schemas.openxmlformats.org/officeDocument/2006/relationships/slide" Target="slides/slide4.xml"/><Relationship Id="slide5" Type="http://schemas.openxmlformats.org/officeDocument/2006/relationships/slide" Target="slides/slide5.xml"/><Relationship Id="slide6" Type="http://schemas.openxmlformats.org/officeDocument/2006/relationships/slide" Target="slides/slide6.xml"/></Relationships>
</file>

<file path=ppt/slides/_rels/slide1.xml.rels><Relationships xmlns="http://schemas.openxmlformats.org/package/2006/relationships"><Relationship Id="image" Type="http://schemas.openxmlformats.org/officeDocument/2006/relationships/image" Target="../media/gradient.png"/></Relationships>
</file>

<file path=ppt/slides/_rels/slide2.xml.rels><Relationships xmlns="http://schemas.openxmlformats.org/package/2006/relationships"><Relationship Id="image" Type="http://schemas.openxmlformats.org/officeDocument/2006/relationships/image" Target="../media/gradient.png"/></Relationships>
</file>

<file path=ppt/slides/_rels/slide3.xml.rels><Relationships xmlns="http://schemas.openxmlformats.org/package/2006/relationships"><Relationship Id="image" Type="http://schemas.openxmlformats.org/officeDocument/2006/relationships/image" Target="../media/gradient.png"/></Relationships>
</file>

<file path=ppt/slides/_rels/slide4.xml.rels><Relationships xmlns="http://schemas.openxmlformats.org/package/2006/relationships"><Relationship Id="image" Type="http://schemas.openxmlformats.org/officeDocument/2006/relationships/image" Target="../media/gradient.png"/></Relationships>
</file>

<file path=ppt/slides/_rels/slide5.xml.rels><Relationships xmlns="http://schemas.openxmlformats.org/package/2006/relationships"><Relationship Id="image" Type="http://schemas.openxmlformats.org/officeDocument/2006/relationships/image" Target="../media/gradient.png"/></Relationships>
</file>

<file path=ppt/slides/_rels/slide6.xml.rels><Relationships xmlns="http://schemas.openxmlformats.org/package/2006/relationships"><Relationship Id="image" Type="http://schemas.openxmlformats.org/officeDocument/2006/relationships/image" Target="../media/gradient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332"/>
        </a:solidFill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58800" y="533400"/>
            <a:ext cx="5334000" cy="6096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sans-serif"/>
              </a:rPr>
              <a:t>A closer look</a:t>
            </a:r>
          </a:p>
        </p:txBody>
      </p:sp>
      <p:sp>
        <p:nvSpPr>
          <p:cNvPr id="3" name="Shape 3"/>
          <p:cNvSpPr/>
          <p:nvPr/>
        </p:nvSpPr>
        <p:spPr>
          <a:xfrm>
            <a:off x="558800" y="1574800"/>
            <a:ext cx="5486400" cy="3200400"/>
          </a:xfrm>
          <a:prstGeom prst="rect">
            <a:avLst/>
          </a:prstGeom>
          <a:solidFill>
            <a:srgbClr val="1D4859"/>
          </a:solidFill>
        </p:spPr>
      </p:sp>
      <p:sp>
        <p:nvSpPr>
          <p:cNvPr id="4" name="Shape 4"/>
          <p:cNvSpPr/>
          <p:nvPr/>
        </p:nvSpPr>
        <p:spPr>
          <a:xfrm>
            <a:off x="812800" y="1955800"/>
            <a:ext cx="4889500" cy="1397000"/>
          </a:xfrm>
          <a:prstGeom prst="rect">
            <a:avLst/>
          </a:prstGeom>
          <a:noFill/>
        </p:spPr>
        <p:txBody>
          <a:bodyPr/>
          <a:lstStyle/>
          <a:p>
            <a:r>
              <a:rPr sz="3000" b="1">
                <a:solidFill>
                  <a:srgbClr val="FFFFFF"/>
                </a:solidFill>
                <a:latin typeface="sans-serif"/>
              </a:rPr>
              <a:t>Real styles. Embedded images.</a:t>
            </a:r>
          </a:p>
        </p:txBody>
      </p:sp>
      <p:sp>
        <p:nvSpPr>
          <p:cNvPr id="5" name="Shape 5"/>
          <p:cNvSpPr/>
          <p:nvPr/>
        </p:nvSpPr>
        <p:spPr>
          <a:xfrm>
            <a:off x="812800" y="3581400"/>
            <a:ext cx="4572000" cy="736600"/>
          </a:xfrm>
          <a:prstGeom prst="rect">
            <a:avLst/>
          </a:prstGeom>
          <a:noFill/>
        </p:spPr>
        <p:txBody>
          <a:bodyPr/>
          <a:lstStyle/>
          <a:p>
            <a:r>
              <a:rPr sz="1800" b="0">
                <a:solidFill>
                  <a:srgbClr val="B7DCE4"/>
                </a:solidFill>
                <a:latin typeface="sans-serif"/>
              </a:rPr>
              <a:t>Editable text stays in its source runs.</a:t>
            </a:r>
          </a:p>
        </p:txBody>
      </p:sp>
      <p:pic>
        <p:nvPicPr>
          <p:cNvPr id="6" name="Embedded gradient"/>
          <p:cNvPicPr/>
          <p:nvPr/>
        </p:nvPicPr>
        <p:blipFill>
          <a:blip r:embed="image"/>
          <a:stretch>
            <a:fillRect/>
          </a:stretch>
        </p:blipFill>
        <p:spPr>
          <a:xfrm>
            <a:off x="6731000" y="1905000"/>
            <a:ext cx="4572000" cy="25654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58800" y="5651500"/>
            <a:ext cx="10795000" cy="406400"/>
          </a:xfrm>
          <a:prstGeom prst="rect">
            <a:avLst/>
          </a:prstGeom>
          <a:noFill/>
        </p:spPr>
        <p:txBody>
          <a:bodyPr/>
          <a:lstStyle/>
          <a:p>
            <a:r>
              <a:rPr sz="1600" b="0">
                <a:solidFill>
                  <a:srgbClr val="9EC2D3"/>
                </a:solidFill>
                <a:latin typeface="sans-serif"/>
              </a:rPr>
              <a:t>Synthetic fixture: solid fills, run styles, PNG, bounds and layer order.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332"/>
        </a:solidFill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58800" y="533400"/>
            <a:ext cx="10795000" cy="8890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sans-serif"/>
              </a:rPr>
              <a:t>Truthful limits</a:t>
            </a:r>
          </a:p>
        </p:txBody>
      </p:sp>
      <p:sp>
        <p:nvSpPr>
          <p:cNvPr id="3" name="Shape 3"/>
          <p:cNvSpPr/>
          <p:nvPr/>
        </p:nvSpPr>
        <p:spPr>
          <a:xfrm>
            <a:off x="558800" y="1955800"/>
            <a:ext cx="5461000" cy="2032000"/>
          </a:xfrm>
          <a:prstGeom prst="rect">
            <a:avLst/>
          </a:prstGeom>
          <a:noFill/>
        </p:spPr>
        <p:txBody>
          <a:bodyPr/>
          <a:lstStyle/>
          <a:p>
            <a:r>
              <a:rPr sz="2400" b="0">
                <a:solidFill>
                  <a:srgbClr val="FFFFFF"/>
                </a:solidFill>
                <a:latin typeface="sans-serif"/>
              </a:rPr>
              <a:t>This cropped picture must show an omission marker, never an uncropped substitute.</a:t>
            </a:r>
          </a:p>
        </p:txBody>
      </p:sp>
      <p:pic>
        <p:nvPicPr>
          <p:cNvPr id="4" name="Embedded gradient"/>
          <p:cNvPicPr/>
          <p:nvPr/>
        </p:nvPicPr>
        <p:blipFill>
          <a:blip r:embed="image"/>
          <a:srcRect l="25000"/>
          <a:stretch>
            <a:fillRect/>
          </a:stretch>
        </p:blipFill>
        <p:spPr>
          <a:xfrm>
            <a:off x="6731000" y="1905000"/>
            <a:ext cx="4572000" cy="2565400"/>
          </a:xfrm>
          <a:prstGeom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332"/>
        </a:solidFill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58800" y="533400"/>
            <a:ext cx="5334000" cy="6096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sans-serif"/>
              </a:rPr>
              <a:t>A closer look</a:t>
            </a:r>
          </a:p>
        </p:txBody>
      </p:sp>
      <p:sp>
        <p:nvSpPr>
          <p:cNvPr id="3" name="Shape 3"/>
          <p:cNvSpPr/>
          <p:nvPr/>
        </p:nvSpPr>
        <p:spPr>
          <a:xfrm>
            <a:off x="558800" y="1574800"/>
            <a:ext cx="5486400" cy="3200400"/>
          </a:xfrm>
          <a:prstGeom prst="rect">
            <a:avLst/>
          </a:prstGeom>
          <a:solidFill>
            <a:srgbClr val="1D4859"/>
          </a:solidFill>
        </p:spPr>
      </p:sp>
      <p:sp>
        <p:nvSpPr>
          <p:cNvPr id="4" name="Shape 4"/>
          <p:cNvSpPr/>
          <p:nvPr/>
        </p:nvSpPr>
        <p:spPr>
          <a:xfrm>
            <a:off x="812800" y="1955800"/>
            <a:ext cx="4889500" cy="1397000"/>
          </a:xfrm>
          <a:prstGeom prst="rect">
            <a:avLst/>
          </a:prstGeom>
          <a:noFill/>
        </p:spPr>
        <p:txBody>
          <a:bodyPr/>
          <a:lstStyle/>
          <a:p>
            <a:r>
              <a:rPr sz="3000" b="1">
                <a:solidFill>
                  <a:srgbClr val="FFFFFF"/>
                </a:solidFill>
                <a:latin typeface="sans-serif"/>
              </a:rPr>
              <a:t>Real styles. Embedded images.</a:t>
            </a:r>
          </a:p>
        </p:txBody>
      </p:sp>
      <p:sp>
        <p:nvSpPr>
          <p:cNvPr id="5" name="Shape 5"/>
          <p:cNvSpPr/>
          <p:nvPr/>
        </p:nvSpPr>
        <p:spPr>
          <a:xfrm>
            <a:off x="812800" y="3581400"/>
            <a:ext cx="4572000" cy="736600"/>
          </a:xfrm>
          <a:prstGeom prst="rect">
            <a:avLst/>
          </a:prstGeom>
          <a:noFill/>
        </p:spPr>
        <p:txBody>
          <a:bodyPr/>
          <a:lstStyle/>
          <a:p>
            <a:r>
              <a:rPr sz="1800" b="0">
                <a:solidFill>
                  <a:srgbClr val="B7DCE4"/>
                </a:solidFill>
                <a:latin typeface="sans-serif"/>
              </a:rPr>
              <a:t>Editable text stays in its source runs.</a:t>
            </a:r>
          </a:p>
        </p:txBody>
      </p:sp>
      <p:pic>
        <p:nvPicPr>
          <p:cNvPr id="6" name="Embedded gradient"/>
          <p:cNvPicPr/>
          <p:nvPr/>
        </p:nvPicPr>
        <p:blipFill>
          <a:blip r:embed="image"/>
          <a:stretch>
            <a:fillRect/>
          </a:stretch>
        </p:blipFill>
        <p:spPr>
          <a:xfrm>
            <a:off x="6731000" y="1905000"/>
            <a:ext cx="4572000" cy="25654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58800" y="5651500"/>
            <a:ext cx="10795000" cy="406400"/>
          </a:xfrm>
          <a:prstGeom prst="rect">
            <a:avLst/>
          </a:prstGeom>
          <a:noFill/>
        </p:spPr>
        <p:txBody>
          <a:bodyPr/>
          <a:lstStyle/>
          <a:p>
            <a:r>
              <a:rPr sz="1600" b="0">
                <a:solidFill>
                  <a:srgbClr val="9EC2D3"/>
                </a:solidFill>
                <a:latin typeface="sans-serif"/>
              </a:rPr>
              <a:t>Synthetic fixture: solid fills, run styles, PNG, bounds and layer order.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332"/>
        </a:solidFill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58800" y="533400"/>
            <a:ext cx="5334000" cy="6096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sans-serif"/>
              </a:rPr>
              <a:t>A closer look</a:t>
            </a:r>
          </a:p>
        </p:txBody>
      </p:sp>
      <p:sp>
        <p:nvSpPr>
          <p:cNvPr id="3" name="Shape 3"/>
          <p:cNvSpPr/>
          <p:nvPr/>
        </p:nvSpPr>
        <p:spPr>
          <a:xfrm>
            <a:off x="558800" y="1574800"/>
            <a:ext cx="5486400" cy="3200400"/>
          </a:xfrm>
          <a:prstGeom prst="rect">
            <a:avLst/>
          </a:prstGeom>
          <a:solidFill>
            <a:srgbClr val="1D4859"/>
          </a:solidFill>
        </p:spPr>
      </p:sp>
      <p:sp>
        <p:nvSpPr>
          <p:cNvPr id="4" name="Shape 4"/>
          <p:cNvSpPr/>
          <p:nvPr/>
        </p:nvSpPr>
        <p:spPr>
          <a:xfrm>
            <a:off x="812800" y="1955800"/>
            <a:ext cx="4889500" cy="1397000"/>
          </a:xfrm>
          <a:prstGeom prst="rect">
            <a:avLst/>
          </a:prstGeom>
          <a:noFill/>
        </p:spPr>
        <p:txBody>
          <a:bodyPr/>
          <a:lstStyle/>
          <a:p>
            <a:r>
              <a:rPr sz="3000" b="1">
                <a:solidFill>
                  <a:srgbClr val="FFFFFF"/>
                </a:solidFill>
                <a:latin typeface="sans-serif"/>
              </a:rPr>
              <a:t>Real styles. Embedded images.</a:t>
            </a:r>
          </a:p>
        </p:txBody>
      </p:sp>
      <p:sp>
        <p:nvSpPr>
          <p:cNvPr id="5" name="Shape 5"/>
          <p:cNvSpPr/>
          <p:nvPr/>
        </p:nvSpPr>
        <p:spPr>
          <a:xfrm>
            <a:off x="812800" y="3581400"/>
            <a:ext cx="4572000" cy="736600"/>
          </a:xfrm>
          <a:prstGeom prst="rect">
            <a:avLst/>
          </a:prstGeom>
          <a:noFill/>
        </p:spPr>
        <p:txBody>
          <a:bodyPr/>
          <a:lstStyle/>
          <a:p>
            <a:r>
              <a:rPr sz="1800" b="0">
                <a:solidFill>
                  <a:srgbClr val="B7DCE4"/>
                </a:solidFill>
                <a:latin typeface="sans-serif"/>
              </a:rPr>
              <a:t>Editable text stays in its source runs.</a:t>
            </a:r>
          </a:p>
        </p:txBody>
      </p:sp>
      <p:pic>
        <p:nvPicPr>
          <p:cNvPr id="6" name="Embedded gradient"/>
          <p:cNvPicPr/>
          <p:nvPr/>
        </p:nvPicPr>
        <p:blipFill>
          <a:blip r:embed="image"/>
          <a:stretch>
            <a:fillRect/>
          </a:stretch>
        </p:blipFill>
        <p:spPr>
          <a:xfrm>
            <a:off x="6731000" y="1905000"/>
            <a:ext cx="4572000" cy="25654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58800" y="5651500"/>
            <a:ext cx="10795000" cy="406400"/>
          </a:xfrm>
          <a:prstGeom prst="rect">
            <a:avLst/>
          </a:prstGeom>
          <a:noFill/>
        </p:spPr>
        <p:txBody>
          <a:bodyPr/>
          <a:lstStyle/>
          <a:p>
            <a:r>
              <a:rPr sz="1600" b="0">
                <a:solidFill>
                  <a:srgbClr val="9EC2D3"/>
                </a:solidFill>
                <a:latin typeface="sans-serif"/>
              </a:rPr>
              <a:t>Synthetic fixture: solid fills, run styles, PNG, bounds and layer order.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332"/>
        </a:solidFill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58800" y="533400"/>
            <a:ext cx="5334000" cy="6096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sans-serif"/>
              </a:rPr>
              <a:t>A closer look</a:t>
            </a:r>
          </a:p>
        </p:txBody>
      </p:sp>
      <p:sp>
        <p:nvSpPr>
          <p:cNvPr id="3" name="Shape 3"/>
          <p:cNvSpPr/>
          <p:nvPr/>
        </p:nvSpPr>
        <p:spPr>
          <a:xfrm>
            <a:off x="558800" y="1574800"/>
            <a:ext cx="5486400" cy="3200400"/>
          </a:xfrm>
          <a:prstGeom prst="rect">
            <a:avLst/>
          </a:prstGeom>
          <a:solidFill>
            <a:srgbClr val="1D4859"/>
          </a:solidFill>
        </p:spPr>
      </p:sp>
      <p:sp>
        <p:nvSpPr>
          <p:cNvPr id="4" name="Shape 4"/>
          <p:cNvSpPr/>
          <p:nvPr/>
        </p:nvSpPr>
        <p:spPr>
          <a:xfrm>
            <a:off x="812800" y="1955800"/>
            <a:ext cx="4889500" cy="1397000"/>
          </a:xfrm>
          <a:prstGeom prst="rect">
            <a:avLst/>
          </a:prstGeom>
          <a:noFill/>
        </p:spPr>
        <p:txBody>
          <a:bodyPr/>
          <a:lstStyle/>
          <a:p>
            <a:r>
              <a:rPr sz="3000" b="1">
                <a:solidFill>
                  <a:srgbClr val="FFFFFF"/>
                </a:solidFill>
                <a:latin typeface="sans-serif"/>
              </a:rPr>
              <a:t>Real styles. Embedded images.</a:t>
            </a:r>
          </a:p>
        </p:txBody>
      </p:sp>
      <p:sp>
        <p:nvSpPr>
          <p:cNvPr id="5" name="Shape 5"/>
          <p:cNvSpPr/>
          <p:nvPr/>
        </p:nvSpPr>
        <p:spPr>
          <a:xfrm>
            <a:off x="812800" y="3581400"/>
            <a:ext cx="4572000" cy="736600"/>
          </a:xfrm>
          <a:prstGeom prst="rect">
            <a:avLst/>
          </a:prstGeom>
          <a:noFill/>
        </p:spPr>
        <p:txBody>
          <a:bodyPr/>
          <a:lstStyle/>
          <a:p>
            <a:r>
              <a:rPr sz="1800" b="0">
                <a:solidFill>
                  <a:srgbClr val="B7DCE4"/>
                </a:solidFill>
                <a:latin typeface="sans-serif"/>
              </a:rPr>
              <a:t>Editable text stays in its source runs.</a:t>
            </a:r>
          </a:p>
        </p:txBody>
      </p:sp>
      <p:pic>
        <p:nvPicPr>
          <p:cNvPr id="6" name="Embedded gradient"/>
          <p:cNvPicPr/>
          <p:nvPr/>
        </p:nvPicPr>
        <p:blipFill>
          <a:blip r:embed="image"/>
          <a:stretch>
            <a:fillRect/>
          </a:stretch>
        </p:blipFill>
        <p:spPr>
          <a:xfrm>
            <a:off x="6731000" y="1905000"/>
            <a:ext cx="4572000" cy="25654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58800" y="5651500"/>
            <a:ext cx="10795000" cy="406400"/>
          </a:xfrm>
          <a:prstGeom prst="rect">
            <a:avLst/>
          </a:prstGeom>
          <a:noFill/>
        </p:spPr>
        <p:txBody>
          <a:bodyPr/>
          <a:lstStyle/>
          <a:p>
            <a:r>
              <a:rPr sz="1600" b="0">
                <a:solidFill>
                  <a:srgbClr val="9EC2D3"/>
                </a:solidFill>
                <a:latin typeface="sans-serif"/>
              </a:rPr>
              <a:t>Synthetic fixture: solid fills, run styles, PNG, bounds and layer order.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332"/>
        </a:solidFill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58800" y="533400"/>
            <a:ext cx="5334000" cy="6096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sans-serif"/>
              </a:rPr>
              <a:t>A closer look</a:t>
            </a:r>
          </a:p>
        </p:txBody>
      </p:sp>
      <p:sp>
        <p:nvSpPr>
          <p:cNvPr id="3" name="Shape 3"/>
          <p:cNvSpPr/>
          <p:nvPr/>
        </p:nvSpPr>
        <p:spPr>
          <a:xfrm>
            <a:off x="558800" y="1574800"/>
            <a:ext cx="5486400" cy="3200400"/>
          </a:xfrm>
          <a:prstGeom prst="rect">
            <a:avLst/>
          </a:prstGeom>
          <a:solidFill>
            <a:srgbClr val="1D4859"/>
          </a:solidFill>
        </p:spPr>
      </p:sp>
      <p:sp>
        <p:nvSpPr>
          <p:cNvPr id="4" name="Shape 4"/>
          <p:cNvSpPr/>
          <p:nvPr/>
        </p:nvSpPr>
        <p:spPr>
          <a:xfrm>
            <a:off x="812800" y="1955800"/>
            <a:ext cx="4889500" cy="1397000"/>
          </a:xfrm>
          <a:prstGeom prst="rect">
            <a:avLst/>
          </a:prstGeom>
          <a:noFill/>
        </p:spPr>
        <p:txBody>
          <a:bodyPr/>
          <a:lstStyle/>
          <a:p>
            <a:r>
              <a:rPr sz="3000" b="1">
                <a:solidFill>
                  <a:srgbClr val="FFFFFF"/>
                </a:solidFill>
                <a:latin typeface="sans-serif"/>
              </a:rPr>
              <a:t>Real styles. Embedded images.</a:t>
            </a:r>
          </a:p>
        </p:txBody>
      </p:sp>
      <p:sp>
        <p:nvSpPr>
          <p:cNvPr id="5" name="Shape 5"/>
          <p:cNvSpPr/>
          <p:nvPr/>
        </p:nvSpPr>
        <p:spPr>
          <a:xfrm>
            <a:off x="812800" y="3581400"/>
            <a:ext cx="4572000" cy="736600"/>
          </a:xfrm>
          <a:prstGeom prst="rect">
            <a:avLst/>
          </a:prstGeom>
          <a:noFill/>
        </p:spPr>
        <p:txBody>
          <a:bodyPr/>
          <a:lstStyle/>
          <a:p>
            <a:r>
              <a:rPr sz="1800" b="0">
                <a:solidFill>
                  <a:srgbClr val="B7DCE4"/>
                </a:solidFill>
                <a:latin typeface="sans-serif"/>
              </a:rPr>
              <a:t>Editable text stays in its source runs.</a:t>
            </a:r>
          </a:p>
        </p:txBody>
      </p:sp>
      <p:pic>
        <p:nvPicPr>
          <p:cNvPr id="6" name="Embedded gradient"/>
          <p:cNvPicPr/>
          <p:nvPr/>
        </p:nvPicPr>
        <p:blipFill>
          <a:blip r:embed="image"/>
          <a:stretch>
            <a:fillRect/>
          </a:stretch>
        </p:blipFill>
        <p:spPr>
          <a:xfrm>
            <a:off x="6731000" y="1905000"/>
            <a:ext cx="4572000" cy="25654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58800" y="5651500"/>
            <a:ext cx="10795000" cy="406400"/>
          </a:xfrm>
          <a:prstGeom prst="rect">
            <a:avLst/>
          </a:prstGeom>
          <a:noFill/>
        </p:spPr>
        <p:txBody>
          <a:bodyPr/>
          <a:lstStyle/>
          <a:p>
            <a:r>
              <a:rPr sz="1600" b="0">
                <a:solidFill>
                  <a:srgbClr val="9EC2D3"/>
                </a:solidFill>
                <a:latin typeface="sans-serif"/>
              </a:rPr>
              <a:t>Synthetic fixture: solid fills, run styles, PNG, bounds and layer order.</a:t>
            </a:r>
          </a:p>
        </p:txBody>
      </p:sp>
    </p:spTree>
  </p:cSld>
</p:sld>
</file>