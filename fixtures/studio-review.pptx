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A sharper focus.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Review / October 2026</a:t>
            </a:r>
          </a:p>
          <a:p>
            <a:pPr>
              <a:defRPr sz="2200"/>
            </a:pPr>
            <a:r>
              <a:t>A compact place for documents, sheets and ideas.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Small by design.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Offline first</a:t>
            </a:r>
          </a:p>
          <a:p>
            <a:pPr>
              <a:defRPr sz="2200"/>
            </a:pPr>
            <a:r>
              <a:t>Keep the original</a:t>
            </a:r>
          </a:p>
          <a:p>
            <a:pPr>
              <a:defRPr sz="2200"/>
            </a:pPr>
            <a:r>
              <a:t>Export a considered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Work that moves.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01  Read with context</a:t>
            </a:r>
          </a:p>
          <a:p>
            <a:pPr>
              <a:defRPr sz="2200"/>
            </a:pPr>
            <a:r>
              <a:t>02  Make focused changes</a:t>
            </a:r>
          </a:p>
          <a:p>
            <a:pPr>
              <a:defRPr sz="2200"/>
            </a:pPr>
            <a:r>
              <a:t>03  Share a fresh copy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